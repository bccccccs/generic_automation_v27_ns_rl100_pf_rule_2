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47d4f5d2c64068" /><Relationship Type="http://schemas.openxmlformats.org/officeDocument/2006/relationships/extended-properties" Target="/docProps/app.xml" Id="Rb5f1c2bdac69493f" /><Relationship Type="http://schemas.openxmlformats.org/officeDocument/2006/relationships/officeDocument" Target="/ppt/presentation.xml" Id="R20c4260cde3849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c6e6fa263d4bfd"/>
  </p:sldMasterIdLst>
  <p:notesMasterIdLst>
    <p:notesMasterId xmlns:r="http://schemas.openxmlformats.org/officeDocument/2006/relationships" r:id="R3efafbf5a57a4052"/>
  </p:notesMasterIdLst>
  <p:sldIdLst>
    <p:sldId xmlns:r="http://schemas.openxmlformats.org/officeDocument/2006/relationships" id="256" r:id="R5493765522134ff6"/>
    <p:sldId xmlns:r="http://schemas.openxmlformats.org/officeDocument/2006/relationships" id="257" r:id="Rd8c84d25e4d54be8"/>
    <p:sldId xmlns:r="http://schemas.openxmlformats.org/officeDocument/2006/relationships" id="258" r:id="Ra39e66d4d2b748d3"/>
    <p:sldId xmlns:r="http://schemas.openxmlformats.org/officeDocument/2006/relationships" id="259" r:id="Rfa20a315692745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91f517bd01406f" /><Relationship Type="http://schemas.openxmlformats.org/officeDocument/2006/relationships/slideMaster" Target="/ppt/slideMasters/slideMaster1.xml" Id="R29c6e6fa263d4bfd" /><Relationship Type="http://schemas.openxmlformats.org/officeDocument/2006/relationships/notesMaster" Target="/ppt/notesMasters/notesMaster1.xml" Id="R3efafbf5a57a4052" /><Relationship Type="http://schemas.openxmlformats.org/officeDocument/2006/relationships/presProps" Target="/ppt/presProps.xml" Id="R4eee83ff05cc42cc" /><Relationship Type="http://schemas.openxmlformats.org/officeDocument/2006/relationships/tableStyles" Target="/ppt/tableStyles.xml" Id="Rb9ac807f9d3940be" /><Relationship Type="http://schemas.openxmlformats.org/officeDocument/2006/relationships/slide" Target="/ppt/slides/slide1.xml" Id="R5493765522134ff6" /><Relationship Type="http://schemas.openxmlformats.org/officeDocument/2006/relationships/slide" Target="/ppt/slides/slide2.xml" Id="Rd8c84d25e4d54be8" /><Relationship Type="http://schemas.openxmlformats.org/officeDocument/2006/relationships/slide" Target="/ppt/slides/slide3.xml" Id="Ra39e66d4d2b748d3" /><Relationship Type="http://schemas.openxmlformats.org/officeDocument/2006/relationships/slide" Target="/ppt/slides/slide4.xml" Id="Rfa20a315692745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b1c7599b2346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4d5b832ebc4d39" /><Relationship Type="http://schemas.openxmlformats.org/officeDocument/2006/relationships/notesMaster" Target="/ppt/notesMasters/notesMaster1.xml" Id="R3d0c084b5bb841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a1aa8b92114cfe" /><Relationship Type="http://schemas.openxmlformats.org/officeDocument/2006/relationships/notesMaster" Target="/ppt/notesMasters/notesMaster1.xml" Id="R35a73c89d5ba4e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d08da26a624039" /><Relationship Type="http://schemas.openxmlformats.org/officeDocument/2006/relationships/notesMaster" Target="/ppt/notesMasters/notesMaster1.xml" Id="R29b6a9be377f45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f6a8a812474183" /><Relationship Type="http://schemas.openxmlformats.org/officeDocument/2006/relationships/notesMaster" Target="/ppt/notesMasters/notesMaster1.xml" Id="Ra6b48276337145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349b8226d4e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73048f68ec4906" /><Relationship Type="http://schemas.openxmlformats.org/officeDocument/2006/relationships/slideLayout" Target="/ppt/slideLayouts/slideLayout1.xml" Id="Rbc27c0029b914c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27c0029b914c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6088f17ff438c" /><Relationship Type="http://schemas.openxmlformats.org/officeDocument/2006/relationships/notesSlide" Target="/ppt/notesSlides/notesSlide1.xml" Id="R65ef454c165641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da19790d249cb" /><Relationship Type="http://schemas.openxmlformats.org/officeDocument/2006/relationships/notesSlide" Target="/ppt/notesSlides/notesSlide2.xml" Id="R33dc7f1748e44b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8296abd904204" /><Relationship Type="http://schemas.openxmlformats.org/officeDocument/2006/relationships/notesSlide" Target="/ppt/notesSlides/notesSlide3.xml" Id="Rd72e8111404a4c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ab6371b6f44bb" /><Relationship Type="http://schemas.openxmlformats.org/officeDocument/2006/relationships/notesSlide" Target="/ppt/notesSlides/notesSlide4.xml" Id="R85211456152049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A3DA7B-6089-4FA8-8A54-66788728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Project Structure Refactor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F0F25-A76F-45F2-97E5-E0910572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55555"/>
                </a:solidFill>
              </a:defRPr>
            </a:pPr>
            <a:r>
              <a:rPr sz="2025" b="0">
                <a:solidFill>
                  <a:srgbClr val="555555"/>
                </a:solidFill>
              </a:rPr>
              <a:t>从 old_structure 扁平脚本目录改造为分层 Python 包与工程化仓库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C8B44-98FD-4F65-BBFC-9191CA9B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238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ACBBA-DF04-45A8-86DE-4AB127C5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核心变化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AEE0C-6585-4147-9F76-9E8D2403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代码分包；入口统一；配置、文档、测试、归档分离。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77C89-883D-498E-8043-160ECDA8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85800"/>
            <a:ext cx="314325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CADE9-87CE-4B93-B938-84845B8A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1239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2736D-1229-47DC-BEB1-E4A2C8D5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38300"/>
            <a:ext cx="219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old_structure/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  run_case.py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  config.yaml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  rl_controller.py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  starccm_adapter.py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  slurm logs</a:t>
            </a:r>
          </a:p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  results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3CB18-D914-48A0-9B0F-1A39289D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0550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2AADA-A10A-42EE-9826-D6A694DD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626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After: generic_automation/ + configs/ + scripts/ + docs/ + tests/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CFAE1-7D63-4523-A757-39C1A397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73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C230FB-F22E-404C-87EF-434AE6B8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结构对照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BF515-30C0-4825-8D8D-AA24D990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B6D29-059A-49DD-8C8F-D25D2DDC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旧结构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0150A-6D5F-40F0-AA18-E3BBB399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09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当前结构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450F6-923D-4B3E-9489-9BF61B50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95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08BB6-226D-45B2-BFA6-59B5F170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old_structure/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12C6D-1365-404E-9632-CA3A75F3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*.py  业务/入口混放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*.yaml  配置混放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starccm_macro_template.java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cases/cases.csv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results/ 和 results_validation/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slurm-*.out / *.log / nohup.out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FC196-7433-4131-884F-85B4649E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67125"/>
            <a:ext cx="1390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96D77-D5EB-491F-A903-ED41B542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按职责拆分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5479D-DEBC-4355-B423-E8D55368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00250"/>
            <a:ext cx="4095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3E7E6-8E89-40EF-9D5F-3445FC50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47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generic_automation/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D148F-8CF3-40D3-9624-EB058E8C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8605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  core/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  adapters/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  starccm/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  monitor/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  rl/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  cli/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scripts/  configs/  cases/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docs/  tests/  examples/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archive/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BCDE4-7F8C-4A02-9500-1412ABD8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2011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D47C9C-BA53-4E77-AD5C-0BE68B08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迁移映射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70D32-E020-49A5-807A-90274D27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C9199-3499-46F7-AA91-06EB6DCD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057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88E87-B9D6-49AC-A971-1C77E15A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旧文件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2B3AD-8C40-4C00-9700-FA479143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240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新位置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7C54E-7CB8-4B9F-B1F4-2076E3C9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24000"/>
            <a:ext cx="3448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职责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AE732-266E-4BE1-BC91-1A8A842D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63FF0-4547-433E-BFCE-DA669C69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project_config.py / adapter_base.py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550FF-FCD9-4053-9299-D927BD76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97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generic_automation/core/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BD622-ECB2-41D5-8F17-A0676F98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097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Case 模型、配置读取、运行时基础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8F9B7-9C99-44AF-8466-BAB5B8F7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6BEED-86F2-4C78-8F34-FCEE5D98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simulation_adapter.py / starccm_adapter.py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0969A-1891-4109-9BED-6FCEF530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62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generic_automation/adapters/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F65E1-D6E9-4E91-82C6-E12053AB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6222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仿真 backend 门面与 STAR 适配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6CF56-A55F-488D-B3BD-0AA78C3F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81285-5312-4EE9-A2E0-FB27C417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starccm_*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843B4-3779-404B-9B0D-A6E0C697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146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generic_automation/starccm/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4E224-BFD5-4A49-AEA6-B17055A7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146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宏模板、日志解析、结果和 profiling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E0029-0EB4-4C24-BDB7-165033DC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BF343-B2D8-468C-A362-4CB17737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ai_*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0F6BFD-067D-4059-85CA-4A97F144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67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generic_automation/monitor/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CD484-132B-4992-ABEE-44A03084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在线监控、参数生成、握手写回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D8C0F-9273-47DC-8FB9-F6074397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FFE628-77E8-4C90-800E-2478E4E1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rl_* / residual_metrics.py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FF775-C058-4A11-AC4A-073FA65F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195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generic_automation/rl/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1BAC1E-8DE6-49DE-8344-36BE4C72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195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动作、状态、奖励、安全规则、控制器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B41E82-B343-43F8-9646-FE248E98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3E558C-24F9-450B-8EDF-A29BA280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run_*.py / offline_replay.py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BD6F0B-79A0-4D0D-8CF5-2E9D6428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720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generic_automation/cli/ + scripts/entrypoints/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635B4A-B783-4CED-8F77-57142589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77202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统一入口实现与历史兼容包装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DB76CE-603F-48F0-8AF3-6939671A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CE6991-EE0A-4ED9-97C3-E51E49A5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44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*.yaml / cases.csv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9D2F66-EDF8-46ED-877D-13B758BB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244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configs/ + cases/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98587C-4809-4ABF-A309-D7070691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2447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运行配置与批量算例表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89A4D0-8329-4C22-84FE-74D83FAB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历史日志、SLURM 输出、旧 results 已归档到 archive/legacy/generic_automation_v09_2stage/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3332E3-23B9-4428-98A7-93B2FCB1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42759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84210E-13D6-42B3-8E78-2EC09518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落地方式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B8013-48EB-4FAD-884A-91A4735B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7FD4A-E776-4070-89A8-9B999B2F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3143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243FC-F51D-4309-B37C-1D4558FD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推荐入口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AC5A6-6589-482C-9E1E-83E31D04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571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python ga.py case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  --config configs/config.yaml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python ga.py sweep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  --config configs/config.yaml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  --cases cases/cases.csv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1B3B0-5C88-466A-92A4-8B18B28A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3143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C9444-DFE7-4035-BA5F-AA3D1479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00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导入规则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E80727-F0CA-4F0E-81C8-7C735D8E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571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优先使用 generic_automation.* 绝对包路径，避免依赖运行目录。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C49D2-AC10-41F1-B71B-3EDC3398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3143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ACE5A-2156-4151-BDFB-4989BFC9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后续补强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210BB-7425-46F4-8C26-9981907D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86050"/>
            <a:ext cx="2571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补 CLI smoke test；README 统一到 ga.py；archive 增加版本索引。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F3E76-E510-42BF-93C5-479E4BF1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B45E2-0FB5-4537-9A5C-6A3683C2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图片说明建议：用左右对照图展示“旧：文件混放”到“新：包、配置、脚本、文档、测试、归档分离”，底部放 3 个收益 callout。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ECC0B-F122-48BB-A25E-5BD2C000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91927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2026-07-01T01:17:57.8640000Z</dcterms:created>
  <dcterms:modified xsi:type="dcterms:W3CDTF">2026-07-01T01:17:57.8640000Z</dcterms:modified>
</coreProperties>
</file>